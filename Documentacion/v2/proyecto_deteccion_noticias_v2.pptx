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4_0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E88B211-1256-6089-8021-BA9C1A376CD3}" name="Andrey Pachon" initials="AP" userId="42c15708b9cec4b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84F0757-A5BE-4121-B021-B6E3D0865A6C}" authorId="{5E88B211-1256-6089-8021-BA9C1A376CD3}" created="2026-05-28T00:18:56.84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0"/>
      <ac:spMk id="8" creationId="{00000000-0000-0000-0000-000000000000}"/>
    </ac:deMkLst>
    <p188:txBody>
      <a:bodyPr/>
      <a:lstStyle/>
      <a:p>
        <a:r>
          <a:rPr lang="es-CO"/>
          <a:t>No colocar los detalles especificos dentro de la "promesa"(APIs, embeddings, LLM, Agentes) </a:t>
        </a:r>
      </a:p>
    </p188:txBody>
  </p188:cm>
  <p188:cm id="{1A4A761B-9105-4387-9A1E-1CECB8F505DE}" authorId="{5E88B211-1256-6089-8021-BA9C1A376CD3}" created="2026-05-28T00:22:19.89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0"/>
      <ac:spMk id="8" creationId="{00000000-0000-0000-0000-000000000000}"/>
    </ac:deMkLst>
    <p188:txBody>
      <a:bodyPr/>
      <a:lstStyle/>
      <a:p>
        <a:r>
          <a:rPr lang="es-CO"/>
          <a:t>¿Agente que pueda ayudar a reconstruir la noticia en el trayecto del tiempo (Agente haga trazabilidad de la noticia)?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9019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7C3AED">
              <a:alpha val="1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8016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Híbrido de Detección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Desinformación Financiera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contextual con BETO/XLM-RoBERTa y validación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agéntica de fuentes institucionales colombianas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374904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Wilmar Andrey Pachón Adames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Inteligencia Artificial  |  Mayo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desinformación financiera en América Latina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43200" cy="20116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00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6x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rápida 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propagación 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noticias falsas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Vosoughi et al. (2018) — Science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20440" y="1463040"/>
            <a:ext cx="12344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0440" y="1463040"/>
            <a:ext cx="12344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6916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20440" y="23317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2606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expuestos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diariamente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1463040"/>
            <a:ext cx="12344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1463040"/>
            <a:ext cx="12344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6916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606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expuestos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diariamente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1463040"/>
            <a:ext cx="12344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1463040"/>
            <a:ext cx="12344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16916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355080" y="23317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2606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expuestos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diariamente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0" y="1463040"/>
            <a:ext cx="12344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0" y="1463040"/>
            <a:ext cx="12344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16916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43%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772400" y="23317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2606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expuestos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diariamente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77640"/>
            <a:ext cx="365760" cy="36576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188720" y="384048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WEF 2024: La desinformación es el riesgo global #1 a corto plazo. En el dominio financiero colombiano, rumores sobre quiebras bancarias, congelamiento de cuentas y fraudes disfrazados de noticias causan daño económico directo.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Evolución del Enfoque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clasificador puro a sistema híbrido con validación agéntica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0" cy="292608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36576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clasificación puro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BETO/XLM-RoBERTa como clasificador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verificación de fuentes externas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países (Colombia, Chile, Argentina, México)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trinaria sin contexto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651760"/>
            <a:ext cx="548640" cy="548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0" y="1463040"/>
            <a:ext cx="3657600" cy="292608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0" y="146304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521208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AHORA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1208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híbrido clasificador + agente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212080" y="23317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 NLP + Agente Validador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fuentes institucionales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Foco: dominio financiero colombiano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condicional por umbral de confianza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del Sistema Híbrido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1556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051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ORQUESTADOR — LangGraph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2560320" cy="2377440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828800"/>
            <a:ext cx="256032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9495" y="20116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Agente Recolector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2834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de fuentes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colombianas: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Portafolio, La República,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ColombiaCheck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91840" y="1828800"/>
            <a:ext cx="2560320" cy="2377440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91840" y="182880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016" y="20116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8328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Clasificador NLP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383280" y="2834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BETO / XLM-RoBERTa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Clases: Verdadera,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Dudosa, Falsa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confianza &lt; 0.80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126480" y="1828800"/>
            <a:ext cx="2560320" cy="2377440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26480" y="182880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2894" y="201168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1792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Agente Validador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217920" y="2834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fuentes: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Superfinanciera,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la República,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ColombiaCheck, DANE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063240" y="3017520"/>
            <a:ext cx="18288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897880" y="3017520"/>
            <a:ext cx="18288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291840" y="4389120"/>
            <a:ext cx="2560320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4" name="Text 18"/>
          <p:cNvSpPr/>
          <p:nvPr/>
        </p:nvSpPr>
        <p:spPr>
          <a:xfrm>
            <a:off x="3291840" y="4389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confianza &lt; 0.80 →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897880" y="4617720"/>
            <a:ext cx="1828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26" name="Shape 20"/>
          <p:cNvSpPr/>
          <p:nvPr/>
        </p:nvSpPr>
        <p:spPr>
          <a:xfrm>
            <a:off x="6126480" y="4389120"/>
            <a:ext cx="2560320" cy="4572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7" name="Text 21"/>
          <p:cNvSpPr/>
          <p:nvPr/>
        </p:nvSpPr>
        <p:spPr>
          <a:xfrm>
            <a:off x="6126480" y="4389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Agente Validador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7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de Investigación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508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un sistema híbrido que combina clasificación mediante embeddings contextuales (BETO, XLM-RoBERTa) con agentes de verificación de fuentes detectar desinformación sobre el sistema financiero colombiano con mayor precisión y explicabilidad que modelos de clasificación independientes?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2834640"/>
            <a:ext cx="8229600" cy="36576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 General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Sistema “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agentica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híbrido de detección de desinformación financiera en Colombia, que integre clasificación contextual (LLM) y validación agéntica de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institucionales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oficiales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reconocidas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– Validar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espeficificos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llegar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Objetivo general)</a:t>
            </a:r>
            <a:endParaRPr lang="en-US" sz="14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Contribuciones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ninguna investigación anterior ha combinado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087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propio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182880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corpus etiquetado de noticias financiero-bancarias colombianas (verdadera / dudosa / falsa) desde fuentes IFCN verificadas. El 81.5% de datasets existentes son en inglés.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560320"/>
            <a:ext cx="8229600" cy="1005840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560320"/>
            <a:ext cx="64008" cy="10058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346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6517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con umbral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71600" y="297180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condicional del agente cuando confianza &lt; 0.80. La literatura usa umbrales en sistemas de un componente, nunca como detonador de un agente secundario.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703320"/>
            <a:ext cx="8229600" cy="1005840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703320"/>
            <a:ext cx="64008" cy="10058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9776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7947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Agente financiero colombiano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71600" y="411480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específicas: Superfinanciera, Banco de la República, DANE, ColombiaCheck. Ningún sistema existente tiene tools para el ecosistema regulatorio financiero LATAM.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Referentes Clave Validados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híbridos multi-agente para fact-checking (2022–2026)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FactAgent — Li, Zhang &amp; Malthouse (2024)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44475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agéntico modular: recuperación de evidencia, verificación temporal y referencia cruzada de fuentes. Prueba que modularizar fact-checking mejora interpretabilidad.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2024 Workshop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54864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38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MACAW — Wu et al. (2024)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agentes (Retrieval, Detective, Analyst) para validación cruzada multi-granularidad. Arquitectura más cercana al sistema propuesto.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2024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8833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WKGFC — Multi-Sourced Retrieval (2025)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9443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 de conocimiento + LLMs + agentes de búsqueda web para verificación. Demuestra que la combinación supera a cada componente individual.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0" y="2688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2025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38144"/>
            <a:ext cx="54864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381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 et al. (2022) — ReAct Framework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69417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fundacional que descompone razonamiento en pasos de pensamiento + acción. Base teórica del agente validador.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0" y="34381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187952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187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Trinh et al. (2025) — Multi-Agent Fact-Checking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44398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multi-agente con 4 agentes especializados. Mejora 12.3% en F1 sobre baselines en FEVEROUS, HOVER y SciFact.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0" y="4187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2025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709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clave: LLMs solos alcanzan 64-71% en fact-checking. Los sistemas híbridos con agentes superan consistentemente a clasificadores independientes.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Referentes Complementarios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566160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 y NLP en Español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Cañete et al. (2020) — BETO: transformer pre-entrenado en español, base del clasificador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Conneau et al. (2020) — XLM-RoBERTa: modelo multilingüe para comparación cross-lingual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Álvarez-Ortiz &amp; Martínez-Gallego (2024) — 98% accuracy con BETO en español mexicano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Togni et al. (2023) — Análisis lingüístico e interpretabilidad en clasificación de noticias falsas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566160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Latinoamericano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(2025) — Primer estudio de fake news en LATAM con Latinobarómetro 2023. Confirma brecha de investigación regional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Research (2022) — 53% de colombianos expuestos diariamente a desinformación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Moreno-Gil et al. (2021) — Ecosistema de fact-checking iberoamericano y principios IFCN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WEF Global Risks Report (2024) — Desinformación como riesgo #1 global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Trabajo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 — Enero 2027 (8 meses)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527048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0" cy="41148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325880"/>
            <a:ext cx="7589520" cy="777240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132588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5087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1 — Jun–Jul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Corpus &amp; Estado del Arte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828800" y="16916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fact-checkers IFCN, etiquetado, validación inter-anotador. Redacción marco teórico.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4360" y="2441448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Shape 10"/>
          <p:cNvSpPr/>
          <p:nvPr/>
        </p:nvSpPr>
        <p:spPr>
          <a:xfrm>
            <a:off x="731520" y="2743200"/>
            <a:ext cx="0" cy="41148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7280" y="2240280"/>
            <a:ext cx="7589520" cy="777240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097280" y="2240280"/>
            <a:ext cx="54864" cy="77724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242316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82880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 — Ago–Sep 2026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75488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Clasificador NLP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828800" y="26060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(LLMs). Entrenamiento trinario. Evaluación F1/precisión/recall.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94360" y="3355848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Shape 17"/>
          <p:cNvSpPr/>
          <p:nvPr/>
        </p:nvSpPr>
        <p:spPr>
          <a:xfrm>
            <a:off x="731520" y="3657600"/>
            <a:ext cx="0" cy="41148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97280" y="3154680"/>
            <a:ext cx="7589520" cy="777240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1097280" y="315468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333756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82880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3 — Oct–Nov 2026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7548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Agente Validador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1828800" y="35204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LangGraph + herramientas de dominio financiero. Integración con clasificador.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94360" y="427024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Shape 24"/>
          <p:cNvSpPr/>
          <p:nvPr/>
        </p:nvSpPr>
        <p:spPr>
          <a:xfrm>
            <a:off x="1097280" y="4069080"/>
            <a:ext cx="7589520" cy="777240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1097280" y="406908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4251960"/>
            <a:ext cx="36576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8288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4 — Dic 2026–Ene 2027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475488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Evaluación &amp; Escritura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1828800" y="44348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Comparativa: clasificador solo vs. sistema híbrido. Redacción final. Preparación sustentación.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Temas para Validar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087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Aprobación del nuevo enfoque híbrido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" y="16184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de clasificador puro a sistema clasificador + agente validador de fuentes.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46888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7432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Estrategia de construcción del corpus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97280" y="28529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de IFCN (ColombiaCheck, Chequeado) + medios financieros. Meta: 800-1,500 noticias etiquetadas.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370332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9776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Fuentes institucionales del agente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97280" y="40873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¿Son suficientes Superfinanciera, BanRep, DANE y ColombiaCheck como herramientas del agente?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54880" y="12344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50876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de comparación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394960" y="16184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 solo vs. sistema híbrido: F1, precisión, recall + métricas de explicabilidad.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754880" y="246888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74320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9496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Viabilidad del cronograma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394960" y="28529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meses (Jun 2026 – Ene 2027). ¿Es realista para el alcance propuesto?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754880" y="370332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97764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9496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Formato y capítulos de entrega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394960" y="40873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Estructura: planteamiento, marco teórico, metodología, experimentos, discusión. ¿Ajustes al formato institucional?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3657600" cy="36576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7315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¿Preguntas?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371600" y="2468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Combatiendo la desinformación financiera con IA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híbrida, responsable y contextualizada para Colombia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0" y="338328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182880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Wilmar Andrey Pachón Adames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8288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Inteligencia Artificial  |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2784</TotalTime>
  <Words>1035</Words>
  <Application>Microsoft Office PowerPoint</Application>
  <PresentationFormat>Presentación en pantalla (16:9)</PresentationFormat>
  <Paragraphs>147</Paragraphs>
  <Slides>11</Slides>
  <Notes>11</Notes>
  <HiddenSlides>1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Híbrido de Detección de Desinformación Financiera</dc:title>
  <dc:subject>PptxGenJS Presentation</dc:subject>
  <dc:creator>Wilmar Andrey Pachon Adames</dc:creator>
  <cp:lastModifiedBy>Andrey Pachon</cp:lastModifiedBy>
  <cp:revision>2</cp:revision>
  <dcterms:created xsi:type="dcterms:W3CDTF">2026-05-27T16:53:19Z</dcterms:created>
  <dcterms:modified xsi:type="dcterms:W3CDTF">2026-05-29T15:32:39Z</dcterms:modified>
</cp:coreProperties>
</file>